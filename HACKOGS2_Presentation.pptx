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Career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HACKOGS2</a:t>
            </a:r>
          </a:p>
          <a:p>
            <a:r>
              <a:t>The AI Builder Challenge - Module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Mid-career professionals lack actionable, evidence-based visibility into their exact skill gaps.</a:t>
            </a:r>
          </a:p>
          <a:p>
            <a:pPr lvl="1"/>
            <a:r>
              <a:t>Existing platforms hallucinate matches.</a:t>
            </a:r>
          </a:p>
          <a:p>
            <a:pPr lvl="1"/>
            <a:r>
              <a:t>Current advice is generic and not traced to raw resume evidence.</a:t>
            </a:r>
          </a:p>
          <a:p>
            <a:pPr lvl="1"/>
            <a:r>
              <a:t>Users don't trust AI assessments without proof.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interactive, client-side resume parser and career mapping tool.</a:t>
            </a:r>
          </a:p>
          <a:p>
            <a:pPr lvl="1"/>
            <a:r>
              <a:t>Upload Resume (PDF) natively in the browser.</a:t>
            </a:r>
          </a:p>
          <a:p>
            <a:pPr lvl="1"/>
            <a:r>
              <a:t>Strict LLM Extraction mapped to a Career Knowledge Graph.</a:t>
            </a:r>
          </a:p>
          <a:p>
            <a:pPr lvl="1"/>
            <a:r>
              <a:t>Visual Gap Analysis Dashboard with Explainable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(XAI)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we build user trust:</a:t>
            </a:r>
          </a:p>
          <a:p>
            <a:pPr lvl="1"/>
            <a:r>
              <a:t>The AI must show *why* it matched a skill.</a:t>
            </a:r>
          </a:p>
          <a:p>
            <a:pPr lvl="1"/>
            <a:r>
              <a:t>We extract exact evidence quotes from the raw resume text.</a:t>
            </a:r>
          </a:p>
          <a:p>
            <a:pPr lvl="1"/>
            <a:r>
              <a:t>Matched skills are verified against the canonical Knowledge Graph.</a:t>
            </a:r>
          </a:p>
          <a:p>
            <a:pPr lvl="1"/>
            <a:r>
              <a:t>&gt;95% reliability using strict JSON schema forcing via OpenAI.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for speed, safety, and a premium UX.</a:t>
            </a:r>
          </a:p>
          <a:p>
            <a:pPr lvl="1"/>
            <a:r>
              <a:t>Frontend: React + Vite + TypeScript</a:t>
            </a:r>
          </a:p>
          <a:p>
            <a:pPr lvl="1"/>
            <a:r>
              <a:t>Styling: Custom CSS (Glassmorphism, native theme tokens)</a:t>
            </a:r>
          </a:p>
          <a:p>
            <a:pPr lvl="1"/>
            <a:r>
              <a:t>Data Viz: D3 Force Graphs / Canvas rendering</a:t>
            </a:r>
          </a:p>
          <a:p>
            <a:pPr lvl="1"/>
            <a:r>
              <a:t>AI Layer: OpenAI Client SDK (gpt-4o-mini)</a:t>
            </a:r>
          </a:p>
          <a:p>
            <a:pPr lvl="1"/>
            <a:r>
              <a:t>PDF Parsing: pdfjs-dist (100% native client-side processing)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 2: Dynamic Learning Roadmaps</a:t>
            </a:r>
          </a:p>
          <a:p>
            <a:pPr lvl="1"/>
            <a:r>
              <a:t>Click a missing skill (e.g., 'PostgreSQL').</a:t>
            </a:r>
          </a:p>
          <a:p>
            <a:pPr lvl="1"/>
            <a:r>
              <a:t>Instantly generate a tailored 4-week curriculum via the LLM.</a:t>
            </a:r>
          </a:p>
          <a:p>
            <a:pPr lvl="1"/>
            <a:r>
              <a:t>Bridge the gap between identifying a weakness and learning the skill.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